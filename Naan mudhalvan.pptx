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5E182-92C4-4A1D-8565-2BE092D77FCE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51F66-0B35-4658-814F-D7A28A7676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60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E722EA4-5E05-4C3C-B3B1-6860C9FDCF6B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9FF81A5F-BE22-459F-891B-FB452C5BDF7D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3278088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smtClean="0"/>
              <a:t>BATCH NO:</a:t>
            </a:r>
            <a:r>
              <a:rPr lang="en-US" sz="3300" dirty="0" smtClean="0"/>
              <a:t>12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BY</a:t>
            </a:r>
            <a:endParaRPr lang="en-US" sz="2000" dirty="0"/>
          </a:p>
          <a:p>
            <a:r>
              <a:rPr lang="en-US" sz="2000" dirty="0" err="1"/>
              <a:t>Sanjith.c</a:t>
            </a:r>
            <a:endParaRPr lang="en-US" sz="2000" dirty="0"/>
          </a:p>
          <a:p>
            <a:r>
              <a:rPr lang="en-US" sz="2000" dirty="0"/>
              <a:t> </a:t>
            </a:r>
            <a:r>
              <a:rPr lang="en-US" sz="2000" dirty="0" err="1"/>
              <a:t>Pachaimuthu.d</a:t>
            </a:r>
            <a:endParaRPr lang="en-US" sz="2000" dirty="0"/>
          </a:p>
          <a:p>
            <a:r>
              <a:rPr lang="en-US" sz="2000" dirty="0"/>
              <a:t> </a:t>
            </a:r>
            <a:r>
              <a:rPr lang="en-US" sz="2000" dirty="0" err="1"/>
              <a:t>Saravana</a:t>
            </a:r>
            <a:r>
              <a:rPr lang="en-US" sz="2000" dirty="0"/>
              <a:t> </a:t>
            </a:r>
            <a:r>
              <a:rPr lang="en-US" sz="2000" dirty="0" err="1"/>
              <a:t>kumar.m</a:t>
            </a:r>
            <a:endParaRPr lang="en-US" sz="2000" dirty="0"/>
          </a:p>
          <a:p>
            <a:r>
              <a:rPr lang="en-US" sz="2000" dirty="0"/>
              <a:t> </a:t>
            </a:r>
            <a:r>
              <a:rPr lang="en-US" sz="2000" dirty="0" err="1"/>
              <a:t>Vasanthkumar.v</a:t>
            </a:r>
            <a:endParaRPr lang="en-US" sz="2000" dirty="0"/>
          </a:p>
          <a:p>
            <a:r>
              <a:rPr lang="en-US" sz="2000" dirty="0" err="1"/>
              <a:t>Vignesh.p</a:t>
            </a:r>
            <a:endParaRPr lang="en-US" sz="2000" dirty="0"/>
          </a:p>
          <a:p>
            <a:r>
              <a:rPr lang="en-US" sz="2000" dirty="0" err="1"/>
              <a:t>Nithin</a:t>
            </a:r>
            <a:r>
              <a:rPr lang="en-US" sz="2000" dirty="0"/>
              <a:t> </a:t>
            </a:r>
            <a:r>
              <a:rPr lang="en-US" sz="2000" dirty="0" err="1" smtClean="0"/>
              <a:t>kancharla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744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</a:t>
            </a:r>
            <a:r>
              <a:rPr lang="en-IN" dirty="0"/>
              <a:t>Classification of Gearbox Faults Using Vibration Data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266549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-42169"/>
            <a:ext cx="820891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 smtClean="0"/>
              <a:t> </a:t>
            </a:r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sz="3600" b="1" dirty="0"/>
              <a:t>Identify</a:t>
            </a:r>
          </a:p>
          <a:p>
            <a:endParaRPr lang="en-US" b="1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primary focus of the code is to perform fault type </a:t>
            </a:r>
            <a:r>
              <a:rPr lang="en-IN" sz="2800" dirty="0" smtClean="0"/>
              <a:t>classification</a:t>
            </a:r>
            <a:r>
              <a:rPr lang="en-US" sz="2800" dirty="0" smtClean="0"/>
              <a:t> </a:t>
            </a:r>
            <a:r>
              <a:rPr lang="en-US" sz="2800" dirty="0"/>
              <a:t>using machine learning algorithms. It aims to predict the type of fault (e.g., </a:t>
            </a:r>
            <a:r>
              <a:rPr lang="en-US" sz="2800" dirty="0" smtClean="0"/>
              <a:t>'bearing wear</a:t>
            </a:r>
            <a:r>
              <a:rPr lang="en-US" sz="2800" dirty="0"/>
              <a:t>', </a:t>
            </a:r>
            <a:r>
              <a:rPr lang="en-US" sz="2800" dirty="0" smtClean="0"/>
              <a:t>'gear damage</a:t>
            </a:r>
            <a:r>
              <a:rPr lang="en-US" sz="2800" dirty="0"/>
              <a:t>', or 'normal') in a mechanical system based on various operational parameters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1919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8534400" cy="758825"/>
          </a:xfrm>
        </p:spPr>
        <p:txBody>
          <a:bodyPr/>
          <a:lstStyle/>
          <a:p>
            <a:r>
              <a:rPr lang="en-IN" dirty="0"/>
              <a:t>Explain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528" y="1196752"/>
            <a:ext cx="83529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The dataset consists of several features related to the operation of a mechanical system. These features include: 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2586070"/>
            <a:ext cx="712879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● </a:t>
            </a:r>
            <a:r>
              <a:rPr lang="en-IN" sz="2000" dirty="0" err="1" smtClean="0"/>
              <a:t>vibration_amplitude</a:t>
            </a:r>
            <a:endParaRPr lang="en-IN" sz="2000" dirty="0" smtClean="0"/>
          </a:p>
          <a:p>
            <a:pPr algn="just"/>
            <a:r>
              <a:rPr lang="en-IN" sz="2000" dirty="0" smtClean="0"/>
              <a:t>● frequency_feature_1</a:t>
            </a:r>
          </a:p>
          <a:p>
            <a:pPr algn="just"/>
            <a:r>
              <a:rPr lang="en-IN" sz="2000" dirty="0" smtClean="0"/>
              <a:t>● </a:t>
            </a:r>
            <a:r>
              <a:rPr lang="en-IN" sz="2000" dirty="0"/>
              <a:t>temperature </a:t>
            </a:r>
            <a:endParaRPr lang="en-IN" sz="2000" dirty="0" smtClean="0"/>
          </a:p>
          <a:p>
            <a:pPr algn="just"/>
            <a:r>
              <a:rPr lang="en-IN" sz="2000" dirty="0" smtClean="0"/>
              <a:t>● </a:t>
            </a:r>
            <a:r>
              <a:rPr lang="en-IN" sz="2000" dirty="0"/>
              <a:t>load </a:t>
            </a:r>
            <a:endParaRPr lang="en-IN" sz="2000" dirty="0" smtClean="0"/>
          </a:p>
          <a:p>
            <a:pPr algn="just"/>
            <a:r>
              <a:rPr lang="en-IN" sz="2000" dirty="0" smtClean="0"/>
              <a:t>● </a:t>
            </a:r>
            <a:r>
              <a:rPr lang="en-IN" sz="2000" dirty="0" err="1"/>
              <a:t>sha_speed</a:t>
            </a:r>
            <a:r>
              <a:rPr lang="en-IN" sz="2000" dirty="0"/>
              <a:t> </a:t>
            </a:r>
            <a:endParaRPr lang="en-IN" sz="2000" dirty="0" smtClean="0"/>
          </a:p>
          <a:p>
            <a:pPr algn="just"/>
            <a:r>
              <a:rPr lang="en-IN" sz="2000" dirty="0" smtClean="0"/>
              <a:t>● torque</a:t>
            </a:r>
          </a:p>
          <a:p>
            <a:pPr algn="just"/>
            <a:r>
              <a:rPr lang="en-IN" sz="2000" dirty="0" smtClean="0"/>
              <a:t>● gear type </a:t>
            </a:r>
          </a:p>
          <a:p>
            <a:pPr algn="just"/>
            <a:r>
              <a:rPr lang="en-IN" sz="2000" dirty="0" smtClean="0"/>
              <a:t>● </a:t>
            </a:r>
            <a:r>
              <a:rPr lang="en-IN" sz="2000" dirty="0" err="1" smtClean="0"/>
              <a:t>oil_condition</a:t>
            </a:r>
            <a:endParaRPr lang="en-IN" sz="2000" dirty="0"/>
          </a:p>
          <a:p>
            <a:pPr algn="just"/>
            <a:r>
              <a:rPr lang="en-IN" sz="2000" dirty="0" smtClean="0"/>
              <a:t>● </a:t>
            </a:r>
            <a:r>
              <a:rPr lang="en-IN" sz="2000" dirty="0" err="1" smtClean="0"/>
              <a:t>operating_hours</a:t>
            </a:r>
            <a:endParaRPr lang="en-IN" sz="2000" dirty="0" smtClean="0"/>
          </a:p>
          <a:p>
            <a:pPr algn="just"/>
            <a:r>
              <a:rPr lang="en-IN" sz="2000" dirty="0" smtClean="0"/>
              <a:t>● </a:t>
            </a:r>
            <a:r>
              <a:rPr lang="en-IN" sz="2000" dirty="0" err="1"/>
              <a:t>noise_level</a:t>
            </a:r>
            <a:r>
              <a:rPr lang="en-IN" sz="2000" dirty="0"/>
              <a:t> </a:t>
            </a:r>
            <a:endParaRPr lang="en-IN" sz="2000" dirty="0" smtClean="0"/>
          </a:p>
          <a:p>
            <a:pPr algn="just"/>
            <a:r>
              <a:rPr lang="en-IN" sz="2000" dirty="0" smtClean="0"/>
              <a:t>● </a:t>
            </a:r>
            <a:r>
              <a:rPr lang="en-IN" sz="2000" dirty="0" err="1"/>
              <a:t>fault_type</a:t>
            </a:r>
            <a:r>
              <a:rPr lang="en-IN" sz="2000" dirty="0"/>
              <a:t> (target variable)</a:t>
            </a:r>
          </a:p>
        </p:txBody>
      </p:sp>
    </p:spTree>
    <p:extLst>
      <p:ext uri="{BB962C8B-B14F-4D97-AF65-F5344CB8AC3E}">
        <p14:creationId xmlns:p14="http://schemas.microsoft.com/office/powerpoint/2010/main" val="413332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31840" y="836712"/>
            <a:ext cx="31678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u="sng" dirty="0"/>
              <a:t>Algorithms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560" y="1916832"/>
            <a:ext cx="7629794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following algorithms are used in the code:</a:t>
            </a:r>
          </a:p>
          <a:p>
            <a:endParaRPr lang="en-US" dirty="0" smtClean="0"/>
          </a:p>
          <a:p>
            <a:r>
              <a:rPr lang="en-US" sz="2400" dirty="0" smtClean="0"/>
              <a:t>1</a:t>
            </a:r>
            <a:r>
              <a:rPr lang="en-US" sz="2400" dirty="0"/>
              <a:t>. Support Vector Machine (SVM)</a:t>
            </a:r>
          </a:p>
          <a:p>
            <a:r>
              <a:rPr lang="en-US" sz="2400" dirty="0"/>
              <a:t>2. Linear Regression</a:t>
            </a:r>
          </a:p>
          <a:p>
            <a:r>
              <a:rPr lang="en-US" sz="2400" dirty="0"/>
              <a:t>3. Polynomial Regression</a:t>
            </a:r>
          </a:p>
          <a:p>
            <a:r>
              <a:rPr lang="en-US" sz="2400" dirty="0"/>
              <a:t>4. Ridge Regression</a:t>
            </a:r>
          </a:p>
          <a:p>
            <a:r>
              <a:rPr lang="en-US" sz="2400" dirty="0"/>
              <a:t>5. Lasso Regression</a:t>
            </a:r>
          </a:p>
          <a:p>
            <a:r>
              <a:rPr lang="en-US" sz="2400" dirty="0"/>
              <a:t>6. Elastic Net Regression</a:t>
            </a:r>
          </a:p>
        </p:txBody>
      </p:sp>
    </p:spTree>
    <p:extLst>
      <p:ext uri="{BB962C8B-B14F-4D97-AF65-F5344CB8AC3E}">
        <p14:creationId xmlns:p14="http://schemas.microsoft.com/office/powerpoint/2010/main" val="371201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980728"/>
            <a:ext cx="734481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/>
              <a:t>Accuracy Score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800" dirty="0" smtClean="0"/>
              <a:t>The </a:t>
            </a:r>
            <a:r>
              <a:rPr lang="en-US" sz="2800" dirty="0"/>
              <a:t>accuracy score is calculated for the Support Vector Machine (SVM) model. The accuracy score for SVM is 0.0. Accuracy scores are not explicitly calculated or reported for the other regression-based models (Linear, Polynomial, Ridge, Lasso, and Elastic Net) in the provided code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8862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980728"/>
            <a:ext cx="8712968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en-US" sz="4400" u="sng" dirty="0"/>
              <a:t>Prediction &amp; </a:t>
            </a:r>
            <a:r>
              <a:rPr lang="en-US" sz="4400" u="sng" dirty="0" smtClean="0"/>
              <a:t>Benefits </a:t>
            </a:r>
            <a:r>
              <a:rPr lang="en-US" sz="4400" u="sng" dirty="0"/>
              <a:t>of Business </a:t>
            </a:r>
            <a:endParaRPr lang="en-US" sz="4400" u="sng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4000" dirty="0" smtClean="0"/>
              <a:t> </a:t>
            </a:r>
            <a:r>
              <a:rPr lang="en-US" sz="3600" dirty="0"/>
              <a:t>Prediction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                      </a:t>
            </a:r>
            <a:r>
              <a:rPr lang="en-US" sz="2800" dirty="0"/>
              <a:t>The primary prediction task is to classify the type of fault in a mechanical system. The SVM model is used to predict the fault type as </a:t>
            </a:r>
            <a:r>
              <a:rPr lang="en-US" sz="2800" dirty="0" smtClean="0"/>
              <a:t>'bearing wear</a:t>
            </a:r>
            <a:r>
              <a:rPr lang="en-US" sz="2800" dirty="0"/>
              <a:t>', </a:t>
            </a:r>
            <a:r>
              <a:rPr lang="en-US" sz="2800" dirty="0" smtClean="0"/>
              <a:t>'gear damage</a:t>
            </a:r>
            <a:r>
              <a:rPr lang="en-US" sz="2800" dirty="0"/>
              <a:t>', or 'normal'. The regression models predict continuous values that would need further processing to be used for fault type </a:t>
            </a:r>
            <a:r>
              <a:rPr lang="en-US" sz="2800" dirty="0" smtClean="0"/>
              <a:t>classification.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3424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332656"/>
            <a:ext cx="7992888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 </a:t>
            </a:r>
            <a:r>
              <a:rPr lang="en-US" sz="3200" u="sng" dirty="0" smtClean="0">
                <a:solidFill>
                  <a:srgbClr val="FF0000"/>
                </a:solidFill>
              </a:rPr>
              <a:t>Benefits </a:t>
            </a:r>
            <a:r>
              <a:rPr lang="en-US" sz="3200" u="sng" dirty="0">
                <a:solidFill>
                  <a:srgbClr val="FF0000"/>
                </a:solidFill>
              </a:rPr>
              <a:t>of </a:t>
            </a:r>
            <a:r>
              <a:rPr lang="en-US" sz="3200" u="sng" dirty="0" smtClean="0">
                <a:solidFill>
                  <a:srgbClr val="FF0000"/>
                </a:solidFill>
              </a:rPr>
              <a:t>Business</a:t>
            </a:r>
            <a:endParaRPr lang="en-US" u="sng" dirty="0" smtClean="0"/>
          </a:p>
          <a:p>
            <a:endParaRPr lang="en-US" dirty="0"/>
          </a:p>
          <a:p>
            <a:r>
              <a:rPr lang="en-US" dirty="0" smtClean="0"/>
              <a:t>○ </a:t>
            </a:r>
            <a:r>
              <a:rPr lang="en-US" sz="2800" dirty="0"/>
              <a:t>Predictive Maintenance</a:t>
            </a:r>
            <a:r>
              <a:rPr lang="en-US" sz="2800" dirty="0" smtClean="0"/>
              <a:t>: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      </a:t>
            </a:r>
            <a:r>
              <a:rPr lang="en-US" sz="2400" dirty="0" smtClean="0"/>
              <a:t>By </a:t>
            </a:r>
            <a:r>
              <a:rPr lang="en-US" sz="2400" dirty="0"/>
              <a:t>accurately predicting fault types, businesses can implement predictive maintenance strategies. This allows for maintenance to be performed proactively, reducing downtime and repair costs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dirty="0" smtClean="0"/>
              <a:t> ○ </a:t>
            </a:r>
            <a:r>
              <a:rPr lang="en-US" sz="2800" dirty="0"/>
              <a:t>Increased </a:t>
            </a:r>
            <a:r>
              <a:rPr lang="en-US" sz="2800" dirty="0" smtClean="0"/>
              <a:t>Efficiency</a:t>
            </a:r>
            <a:r>
              <a:rPr lang="en-US" dirty="0" smtClean="0"/>
              <a:t>: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</a:t>
            </a:r>
            <a:r>
              <a:rPr lang="en-US" sz="2400" dirty="0" smtClean="0"/>
              <a:t>Early </a:t>
            </a:r>
            <a:r>
              <a:rPr lang="en-US" sz="2400" dirty="0"/>
              <a:t>fault detection can prevent catastrophic failures, ensuring smoother operations and increased </a:t>
            </a:r>
            <a:r>
              <a:rPr lang="en-US" sz="2400" dirty="0" smtClean="0"/>
              <a:t>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32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764704"/>
            <a:ext cx="8064896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. </a:t>
            </a:r>
            <a:r>
              <a:rPr lang="en-US" dirty="0"/>
              <a:t>○ </a:t>
            </a:r>
            <a:r>
              <a:rPr lang="en-US" sz="2800" dirty="0"/>
              <a:t>Cost Reduction</a:t>
            </a:r>
            <a:r>
              <a:rPr lang="en-US" dirty="0" smtClean="0"/>
              <a:t>: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</a:t>
            </a:r>
            <a:r>
              <a:rPr lang="en-US" sz="2400" dirty="0"/>
              <a:t>Predictive maintenance reduces the costs associated with unplanned downtime and emergency repairs.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800" dirty="0" smtClean="0"/>
              <a:t>○ </a:t>
            </a:r>
            <a:r>
              <a:rPr lang="en-US" sz="2800" dirty="0"/>
              <a:t>Improved Safety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    Identifying </a:t>
            </a:r>
            <a:r>
              <a:rPr lang="en-US" sz="2400" dirty="0"/>
              <a:t>potential faults can improve the safety of operations by preventing accidents caused by equipment failure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868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110</TotalTime>
  <Words>378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Civic</vt:lpstr>
      <vt:lpstr> Classification of Gearbox Faults Using Vibration Data (Classification)</vt:lpstr>
      <vt:lpstr>PowerPoint Presentation</vt:lpstr>
      <vt:lpstr>Explain Dataset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Delivery Time for Spare Parts in Manufacturing</dc:title>
  <dc:creator>HP</dc:creator>
  <cp:lastModifiedBy>HP</cp:lastModifiedBy>
  <cp:revision>9</cp:revision>
  <dcterms:created xsi:type="dcterms:W3CDTF">2025-04-29T14:58:01Z</dcterms:created>
  <dcterms:modified xsi:type="dcterms:W3CDTF">2025-04-29T17:05:10Z</dcterms:modified>
</cp:coreProperties>
</file>