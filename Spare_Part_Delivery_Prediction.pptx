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Delivery Time for Spare Parts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Regression Algorithms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Did We Find?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built a machine learning model to predict delivery time of spare parts.</a:t>
            </a:r>
          </a:p>
          <a:p>
            <a:r>
              <a:t>The models helped identify the impact of supplier distance, part size, stock status, and other features.</a:t>
            </a:r>
          </a:p>
          <a:p>
            <a:r>
              <a:t>Polynomial Regression gave the most accurate results with an R² score of 0.93.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Type of Dataset Was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included 200 records of spare part deliveries with the following features:</a:t>
            </a:r>
          </a:p>
          <a:p>
            <a:r>
              <a:t>- Part Size</a:t>
            </a:r>
          </a:p>
          <a:p>
            <a:r>
              <a:t>- Supplier Distance</a:t>
            </a:r>
          </a:p>
          <a:p>
            <a:r>
              <a:t>- Supplier Type</a:t>
            </a:r>
          </a:p>
          <a:p>
            <a:r>
              <a:t>- Order Priority</a:t>
            </a:r>
          </a:p>
          <a:p>
            <a:r>
              <a:t>- Mode of Transport</a:t>
            </a:r>
          </a:p>
          <a:p>
            <a:r>
              <a:t>- Stock Availability</a:t>
            </a:r>
          </a:p>
          <a:p>
            <a:r>
              <a:t>- Order Time</a:t>
            </a:r>
          </a:p>
          <a:p>
            <a:r>
              <a:t>- Handling Time</a:t>
            </a:r>
          </a:p>
          <a:p>
            <a:r>
              <a:t>- Region</a:t>
            </a:r>
          </a:p>
          <a:p>
            <a:r>
              <a:t>- Weather Conditions</a:t>
            </a:r>
          </a:p>
          <a:p>
            <a:r>
              <a:t>- Delivery Time (Target)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Algorithms Were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used the following regression algorithms:</a:t>
            </a:r>
          </a:p>
          <a:p>
            <a:r>
              <a:t>1. Linear Regression</a:t>
            </a:r>
          </a:p>
          <a:p>
            <a:r>
              <a:t>2. Polynomial Regression</a:t>
            </a:r>
          </a:p>
          <a:p>
            <a:r>
              <a:t>3. Ridge Regression</a:t>
            </a:r>
          </a:p>
          <a:p>
            <a:r>
              <a:t>4. Support Vector Regression (SVR)</a:t>
            </a:r>
          </a:p>
          <a:p>
            <a:r>
              <a:t>5. Lasso Regression</a:t>
            </a:r>
          </a:p>
          <a:p>
            <a:r>
              <a:t>6. Elastic Net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Algorithm Performed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Polynomial Regression performed best with an R² score of 0.93.</a:t>
            </a:r>
          </a:p>
          <a:p>
            <a:r>
              <a:t>This shows that the delivery time prediction benefits from capturing nonlinear relationships in the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This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Helps optimize delivery logistics in manufacturing.</a:t>
            </a:r>
          </a:p>
          <a:p>
            <a:r>
              <a:t>2. Identifies key factors affecting delivery delays.</a:t>
            </a:r>
          </a:p>
          <a:p>
            <a:r>
              <a:t>3. Supports better supplier and stock planning.</a:t>
            </a:r>
          </a:p>
          <a:p>
            <a:r>
              <a:t>4. Provides a base model for supply chain forecasting.</a:t>
            </a:r>
          </a:p>
          <a:p>
            <a:r>
              <a:t>5. Can be integrated into ERP or order management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